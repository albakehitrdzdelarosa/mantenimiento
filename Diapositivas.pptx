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17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506898A-49B4-40A7-8105-89ABC8CDA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8858" y="609599"/>
            <a:ext cx="9613212" cy="1828799"/>
          </a:xfrm>
        </p:spPr>
        <p:txBody>
          <a:bodyPr>
            <a:normAutofit/>
          </a:bodyPr>
          <a:lstStyle/>
          <a:p>
            <a:r>
              <a:rPr lang="es-MX" sz="5400" dirty="0" err="1"/>
              <a:t>Computer</a:t>
            </a:r>
            <a:r>
              <a:rPr lang="es-MX" sz="5400" dirty="0"/>
              <a:t> </a:t>
            </a:r>
            <a:r>
              <a:rPr lang="es-MX" sz="5400" dirty="0" err="1"/>
              <a:t>equipment</a:t>
            </a:r>
            <a:r>
              <a:rPr lang="es-MX" sz="5400" dirty="0"/>
              <a:t> </a:t>
            </a:r>
            <a:r>
              <a:rPr lang="es-MX" sz="5400" dirty="0" err="1"/>
              <a:t>maintenance</a:t>
            </a:r>
            <a:endParaRPr lang="es-MX" sz="5400" dirty="0"/>
          </a:p>
        </p:txBody>
      </p:sp>
      <p:sp>
        <p:nvSpPr>
          <p:cNvPr id="3" name="2 Rectángulo"/>
          <p:cNvSpPr/>
          <p:nvPr/>
        </p:nvSpPr>
        <p:spPr>
          <a:xfrm>
            <a:off x="1152524" y="2900660"/>
            <a:ext cx="67341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" sz="3200" dirty="0"/>
              <a:t>Alumnas: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" sz="3200" dirty="0"/>
              <a:t>Alba Kehit Rdz de la Rosa.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" sz="3200" dirty="0"/>
              <a:t>Gabriela Gonzalez Roque.</a:t>
            </a:r>
            <a:endParaRPr lang="es-MX" sz="3200" dirty="0"/>
          </a:p>
        </p:txBody>
      </p:sp>
      <p:sp>
        <p:nvSpPr>
          <p:cNvPr id="4" name="AutoShape 2" descr="Resultado de imagen para tipos de mantenimien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7" name="AutoShape 4" descr="Resultado de imagen para tipos de mantenimien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2200274"/>
            <a:ext cx="355282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55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A068FEB-4AB8-4A87-B138-479A1D32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/>
            </a:r>
            <a:br>
              <a:rPr lang="es-MX" dirty="0"/>
            </a:br>
            <a:r>
              <a:rPr lang="es-MX" dirty="0" err="1">
                <a:effectLst/>
              </a:rPr>
              <a:t>Types</a:t>
            </a:r>
            <a:r>
              <a:rPr lang="es-MX" dirty="0">
                <a:effectLst/>
              </a:rPr>
              <a:t> of </a:t>
            </a:r>
            <a:r>
              <a:rPr lang="es-MX" dirty="0" err="1">
                <a:effectLst/>
              </a:rPr>
              <a:t>maintenance</a:t>
            </a:r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8E66739A-84C9-4D97-9FB3-528B90F08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975" y="1977817"/>
            <a:ext cx="6081023" cy="4880183"/>
          </a:xfrm>
        </p:spPr>
        <p:txBody>
          <a:bodyPr>
            <a:normAutofit/>
          </a:bodyPr>
          <a:lstStyle/>
          <a:p>
            <a:r>
              <a:rPr lang="" smtClean="0"/>
              <a:t>P</a:t>
            </a:r>
            <a:r>
              <a:rPr lang="es-MX" dirty="0" err="1" smtClean="0"/>
              <a:t>reventive</a:t>
            </a:r>
            <a:endParaRPr lang="" smtClean="0"/>
          </a:p>
          <a:p>
            <a:r>
              <a:rPr lang="" smtClean="0"/>
              <a:t>P</a:t>
            </a:r>
            <a:r>
              <a:rPr lang="es-MX" dirty="0" err="1" smtClean="0"/>
              <a:t>redictive</a:t>
            </a:r>
            <a:endParaRPr lang="" smtClean="0"/>
          </a:p>
          <a:p>
            <a:r>
              <a:rPr lang="" smtClean="0"/>
              <a:t>C</a:t>
            </a:r>
            <a:r>
              <a:rPr lang="es-MX" dirty="0" err="1" smtClean="0"/>
              <a:t>orrective</a:t>
            </a:r>
            <a:endParaRPr lang="" smtClean="0"/>
          </a:p>
          <a:p>
            <a:endParaRPr lang="es-MX" dirty="0"/>
          </a:p>
        </p:txBody>
      </p:sp>
      <p:sp>
        <p:nvSpPr>
          <p:cNvPr id="5" name="AutoShape 2" descr="Resultado de imagen para tipos de mantenimien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6" name="AutoShape 4" descr="Resultado de imagen para tipos de mantenimien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7" name="AutoShape 6" descr="Resultado de imagen para tipos de mantenimiento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8" name="AutoShape 8" descr="Resultado de imagen para tipos de mantenimiento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9" name="AutoShape 10" descr="Resultado de imagen para tipos de mantenimiento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0" name="AutoShape 12" descr="Resultado de imagen para tipos de mantenimiento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2" name="Picture 2" descr="Imagen relacionada">
            <a:extLst>
              <a:ext uri="{FF2B5EF4-FFF2-40B4-BE49-F238E27FC236}">
                <a16:creationId xmlns:a16="http://schemas.microsoft.com/office/drawing/2014/main" xmlns="" id="{8D8FF058-20E0-4B8B-8841-6296A67CD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962" y="1965459"/>
            <a:ext cx="3205162" cy="319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88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DF621043-9C3B-4DFA-857F-76C0A1A3F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868" y="1990725"/>
            <a:ext cx="5982345" cy="427672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MX" dirty="0" err="1" smtClean="0"/>
              <a:t>Also</a:t>
            </a:r>
            <a:r>
              <a:rPr lang="" smtClean="0"/>
              <a:t> referred to ass planned maintence</a:t>
            </a:r>
          </a:p>
          <a:p>
            <a:pPr marL="0" indent="0" algn="just">
              <a:buNone/>
            </a:pPr>
            <a:r>
              <a:rPr lang="" smtClean="0"/>
              <a:t>Has aplace before a failure or breakdown</a:t>
            </a:r>
          </a:p>
          <a:p>
            <a:pPr marL="0" indent="0" algn="just">
              <a:buNone/>
            </a:pPr>
            <a:r>
              <a:rPr lang="es-MX" dirty="0" smtClean="0"/>
              <a:t>O</a:t>
            </a:r>
            <a:r>
              <a:rPr lang="" smtClean="0"/>
              <a:t>ccurs, it is advisable to do it every 3 months.</a:t>
            </a:r>
          </a:p>
          <a:p>
            <a:pPr marL="0" indent="0" algn="just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" b="1" smtClean="0"/>
              <a:t>C</a:t>
            </a:r>
            <a:r>
              <a:rPr lang="es-MX" b="1" dirty="0" err="1" smtClean="0"/>
              <a:t>haracteristics</a:t>
            </a:r>
            <a:r>
              <a:rPr lang="" b="1" smtClean="0"/>
              <a:t>:</a:t>
            </a:r>
            <a:r>
              <a:rPr lang="en-US" dirty="0" smtClean="0"/>
              <a:t> </a:t>
            </a:r>
            <a:endParaRPr lang="" smtClean="0"/>
          </a:p>
          <a:p>
            <a:pPr marL="0" indent="0" algn="just">
              <a:buNone/>
            </a:pPr>
            <a:r>
              <a:rPr lang="es-MX" dirty="0" smtClean="0"/>
              <a:t>A</a:t>
            </a:r>
            <a:r>
              <a:rPr lang="" smtClean="0"/>
              <a:t> previously elaborated program is carried out where theh procedure is detailed.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Here is also the cleaning of the motherboard, video, sound, networks, etc. Cleaning of monitors, printers, supplies etc.</a:t>
            </a:r>
            <a:endParaRPr lang="" smtClean="0"/>
          </a:p>
          <a:p>
            <a:endParaRPr lang=""/>
          </a:p>
          <a:p>
            <a:endParaRPr lang="es-MX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7A068FEB-4AB8-4A87-B138-479A1D32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 fontScale="90000"/>
          </a:bodyPr>
          <a:lstStyle/>
          <a:p>
            <a:r>
              <a:rPr lang="es-MX" dirty="0"/>
              <a:t/>
            </a:r>
            <a:br>
              <a:rPr lang="es-MX" dirty="0"/>
            </a:br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7A068FEB-4AB8-4A87-B138-479A1D3298A2}"/>
              </a:ext>
            </a:extLst>
          </p:cNvPr>
          <p:cNvSpPr txBox="1">
            <a:spLocks/>
          </p:cNvSpPr>
          <p:nvPr/>
        </p:nvSpPr>
        <p:spPr>
          <a:xfrm>
            <a:off x="4379913" y="580418"/>
            <a:ext cx="3744912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 smtClean="0"/>
              <a:t/>
            </a:r>
            <a:br>
              <a:rPr lang="es-MX" dirty="0" smtClean="0"/>
            </a:br>
            <a:r>
              <a:rPr lang="" smtClean="0"/>
              <a:t>pREVENTIVE</a:t>
            </a:r>
            <a:r>
              <a:rPr lang="es-MX" dirty="0" smtClean="0"/>
              <a:t/>
            </a:r>
            <a:br>
              <a:rPr lang="es-MX" dirty="0" smtClean="0"/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190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97E11FA-D5B3-4845-B371-59D8D654A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67944"/>
            <a:ext cx="9905998" cy="1478570"/>
          </a:xfrm>
        </p:spPr>
        <p:txBody>
          <a:bodyPr/>
          <a:lstStyle/>
          <a:p>
            <a:pPr algn="ctr"/>
            <a:r>
              <a:rPr lang="" smtClean="0"/>
              <a:t>Predictive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B562247D-7E57-41D6-9C2D-66CE7FA6E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2709" y="1802226"/>
            <a:ext cx="6266553" cy="29126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This is done in a visual way through a Diagnostic, in order to predict any future failure, even when the computer is working correctly</a:t>
            </a:r>
            <a:r>
              <a:rPr lang="en-US" dirty="0" smtClean="0"/>
              <a:t>.</a:t>
            </a:r>
            <a:endParaRPr lang="" smtClean="0"/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/>
              <a:t>Which makes noises that floppy disks by constant beeps by software</a:t>
            </a:r>
            <a:r>
              <a:rPr lang="en-US" dirty="0" smtClean="0"/>
              <a:t>.</a:t>
            </a:r>
            <a:endParaRPr lang="" smtClean="0"/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9439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EABB750-7B45-4B25-819D-EAAECC8A7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83096"/>
            <a:ext cx="9905998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" smtClean="0"/>
              <a:t>corrective</a:t>
            </a:r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591CCD33-B8E4-4632-A088-0D9591567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7524" y="1373671"/>
            <a:ext cx="5953539" cy="47032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>
                <a:effectLst/>
              </a:rPr>
              <a:t>It is called reactive </a:t>
            </a:r>
            <a:r>
              <a:rPr lang="en-US" dirty="0" smtClean="0">
                <a:effectLst/>
              </a:rPr>
              <a:t>maintenance</a:t>
            </a:r>
            <a:r>
              <a:rPr lang="" smtClean="0">
                <a:effectLst/>
              </a:rPr>
              <a:t>.</a:t>
            </a:r>
          </a:p>
          <a:p>
            <a:pPr marL="0" indent="0" algn="just">
              <a:buNone/>
            </a:pPr>
            <a:r>
              <a:rPr lang="" smtClean="0">
                <a:effectLst/>
              </a:rPr>
              <a:t>O</a:t>
            </a:r>
            <a:r>
              <a:rPr lang="en-US" dirty="0" err="1" smtClean="0">
                <a:effectLst/>
              </a:rPr>
              <a:t>ccurs</a:t>
            </a:r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after a fault or </a:t>
            </a:r>
            <a:r>
              <a:rPr lang="en-US" dirty="0" err="1">
                <a:effectLst/>
              </a:rPr>
              <a:t>averi</a:t>
            </a:r>
            <a:r>
              <a:rPr lang="en-US" dirty="0">
                <a:effectLst/>
              </a:rPr>
              <a:t> occurs, that is, it only acts when errors occur in the </a:t>
            </a:r>
            <a:r>
              <a:rPr lang="en-US" dirty="0" smtClean="0">
                <a:effectLst/>
              </a:rPr>
              <a:t>system</a:t>
            </a:r>
            <a:r>
              <a:rPr lang="" smtClean="0">
                <a:effectLst/>
              </a:rPr>
              <a:t>.</a:t>
            </a:r>
          </a:p>
          <a:p>
            <a:pPr marL="0" indent="0" algn="just">
              <a:buNone/>
            </a:pPr>
            <a:r>
              <a:rPr lang="en-US" b="1" dirty="0" smtClean="0">
                <a:effectLst/>
              </a:rPr>
              <a:t>consequences</a:t>
            </a:r>
            <a:r>
              <a:rPr lang="en-US" b="1" dirty="0">
                <a:effectLst/>
              </a:rPr>
              <a:t>: </a:t>
            </a:r>
            <a:r>
              <a:rPr lang="en-US" dirty="0">
                <a:effectLst/>
              </a:rPr>
              <a:t>stops not foreseen in the productive process, decreasing operating hours. </a:t>
            </a:r>
            <a:endParaRPr lang="" smtClean="0">
              <a:effectLst/>
            </a:endParaRPr>
          </a:p>
          <a:p>
            <a:pPr marL="0" indent="0" algn="just">
              <a:buNone/>
            </a:pPr>
            <a:r>
              <a:rPr lang="en-US" dirty="0" smtClean="0">
                <a:effectLst/>
              </a:rPr>
              <a:t>presents </a:t>
            </a:r>
            <a:r>
              <a:rPr lang="en-US" dirty="0">
                <a:effectLst/>
              </a:rPr>
              <a:t>costs for repair and spare parts.</a:t>
            </a:r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1454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93</TotalTime>
  <Words>90</Words>
  <Application>Microsoft Office PowerPoint</Application>
  <PresentationFormat>Personalizado</PresentationFormat>
  <Paragraphs>23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Circuito</vt:lpstr>
      <vt:lpstr>Computer equipment maintenance</vt:lpstr>
      <vt:lpstr> Types of maintenance </vt:lpstr>
      <vt:lpstr>  </vt:lpstr>
      <vt:lpstr>Predictive</vt:lpstr>
      <vt:lpstr>corrective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Tipos de sistemas operativos</dc:title>
  <dc:creator>PC1</dc:creator>
  <cp:lastModifiedBy>Fam</cp:lastModifiedBy>
  <cp:revision>10</cp:revision>
  <dcterms:created xsi:type="dcterms:W3CDTF">2017-09-14T05:00:39Z</dcterms:created>
  <dcterms:modified xsi:type="dcterms:W3CDTF">2019-02-13T18:09:57Z</dcterms:modified>
</cp:coreProperties>
</file>